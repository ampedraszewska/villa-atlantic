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200638" cy="14400213"/>
  <p:notesSz cx="14400213" cy="43200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7" d="100"/>
          <a:sy n="27" d="100"/>
        </p:scale>
        <p:origin x="1176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048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4065" y="2624031"/>
            <a:ext cx="1606958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900" b="1" kern="0" spc="600" dirty="0">
                <a:solidFill>
                  <a:srgbClr val="0A4D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RENT ME</a:t>
            </a:r>
            <a:endParaRPr lang="en-US" sz="19900" spc="600" dirty="0"/>
          </a:p>
        </p:txBody>
      </p:sp>
      <p:sp>
        <p:nvSpPr>
          <p:cNvPr id="3" name="Text 1"/>
          <p:cNvSpPr/>
          <p:nvPr/>
        </p:nvSpPr>
        <p:spPr>
          <a:xfrm>
            <a:off x="2270095" y="4799012"/>
            <a:ext cx="35701567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0" b="1" kern="0" spc="600" dirty="0">
                <a:solidFill>
                  <a:srgbClr val="E8664D"/>
                </a:solidFill>
                <a:latin typeface="Fraunces 9pt" pitchFamily="2" charset="77"/>
                <a:ea typeface="Fraunces" pitchFamily="34" charset="-122"/>
                <a:cs typeface="Fraunces" pitchFamily="34" charset="-120"/>
              </a:rPr>
              <a:t>VILLA  ATLANTIC</a:t>
            </a:r>
            <a:endParaRPr lang="en-US" sz="24000" b="1" spc="600" dirty="0">
              <a:latin typeface="Fraunces 9pt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7438" y="10404582"/>
            <a:ext cx="2370283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800" kern="0" spc="600" dirty="0" err="1">
                <a:solidFill>
                  <a:srgbClr val="0A4D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www.atlanticvilla.net</a:t>
            </a:r>
            <a:endParaRPr lang="en-US" sz="16800" spc="600" dirty="0"/>
          </a:p>
        </p:txBody>
      </p:sp>
      <p:pic>
        <p:nvPicPr>
          <p:cNvPr id="5" name="Image 0" descr="/Users/vividq/Documents/knowlegde_monorepo.nosync/villa-atlantic/banner/whatsapp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569" y="9943386"/>
            <a:ext cx="1925053" cy="19250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72807" y="9625752"/>
            <a:ext cx="11790947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600" b="1" kern="0" spc="200" dirty="0">
                <a:solidFill>
                  <a:srgbClr val="0A4D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+34 658 31 12 39</a:t>
            </a:r>
            <a:endParaRPr lang="en-US" sz="9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02EBE-9840-0A97-4963-87986899D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096" y="1507866"/>
            <a:ext cx="3329609" cy="332960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F501B82-B028-3502-EBF2-7EB0647C2C9D}"/>
              </a:ext>
            </a:extLst>
          </p:cNvPr>
          <p:cNvSpPr/>
          <p:nvPr/>
        </p:nvSpPr>
        <p:spPr>
          <a:xfrm>
            <a:off x="3515314" y="2194560"/>
            <a:ext cx="835305" cy="8174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8C2E26-5E89-36B3-5DCA-BAFF41268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85462" y="1276982"/>
            <a:ext cx="7772400" cy="777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Fraunces 9pt</vt:lpstr>
      <vt:lpstr>Space Grotesk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Aleksandra Pedraszewska</cp:lastModifiedBy>
  <cp:revision>3</cp:revision>
  <dcterms:created xsi:type="dcterms:W3CDTF">2026-04-28T19:39:02Z</dcterms:created>
  <dcterms:modified xsi:type="dcterms:W3CDTF">2026-04-28T19:57:12Z</dcterms:modified>
</cp:coreProperties>
</file>